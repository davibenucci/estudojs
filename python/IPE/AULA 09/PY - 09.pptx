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sldIdLst>
    <p:sldId id="256" r:id="rId2"/>
    <p:sldId id="371" r:id="rId3"/>
    <p:sldId id="399" r:id="rId4"/>
    <p:sldId id="398" r:id="rId5"/>
    <p:sldId id="400" r:id="rId6"/>
    <p:sldId id="401" r:id="rId7"/>
    <p:sldId id="413" r:id="rId8"/>
    <p:sldId id="415" r:id="rId9"/>
    <p:sldId id="414" r:id="rId10"/>
    <p:sldId id="416" r:id="rId11"/>
    <p:sldId id="402" r:id="rId12"/>
    <p:sldId id="417" r:id="rId13"/>
    <p:sldId id="403" r:id="rId14"/>
    <p:sldId id="404" r:id="rId15"/>
    <p:sldId id="405" r:id="rId16"/>
    <p:sldId id="418" r:id="rId17"/>
    <p:sldId id="406" r:id="rId18"/>
    <p:sldId id="407" r:id="rId19"/>
    <p:sldId id="419" r:id="rId20"/>
    <p:sldId id="421" r:id="rId21"/>
    <p:sldId id="422" r:id="rId22"/>
    <p:sldId id="423" r:id="rId23"/>
    <p:sldId id="425" r:id="rId24"/>
    <p:sldId id="426" r:id="rId25"/>
    <p:sldId id="424" r:id="rId26"/>
    <p:sldId id="409" r:id="rId27"/>
    <p:sldId id="411" r:id="rId28"/>
    <p:sldId id="410" r:id="rId29"/>
    <p:sldId id="427" r:id="rId30"/>
    <p:sldId id="428" r:id="rId31"/>
    <p:sldId id="429" r:id="rId32"/>
    <p:sldId id="432" r:id="rId33"/>
    <p:sldId id="430" r:id="rId34"/>
    <p:sldId id="433" r:id="rId35"/>
    <p:sldId id="431" r:id="rId36"/>
    <p:sldId id="434" r:id="rId37"/>
    <p:sldId id="299" r:id="rId3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FFCC00"/>
    <a:srgbClr val="50FAEA"/>
    <a:srgbClr val="99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8" autoAdjust="0"/>
    <p:restoredTop sz="90854" autoAdjust="0"/>
  </p:normalViewPr>
  <p:slideViewPr>
    <p:cSldViewPr>
      <p:cViewPr varScale="1">
        <p:scale>
          <a:sx n="57" d="100"/>
          <a:sy n="57" d="100"/>
        </p:scale>
        <p:origin x="177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00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4363AC8-CDA4-4DBA-BCEC-4E085FDFDC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71D822-B9E4-442B-A0EA-BE98C24684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92A3A92-B139-4E98-A374-4301B3135BF3}" type="datetimeFigureOut">
              <a:rPr lang="pt-BR"/>
              <a:pPr>
                <a:defRPr/>
              </a:pPr>
              <a:t>30/09/2024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E543C53F-D090-4910-9494-3F46E78B8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83A7EEE5-9254-46AD-BC6B-38E3E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CC989C-A219-42F2-B074-EF3616CC4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ED7A3-B933-4996-ACFE-7966B006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D9D2798-E1ED-4AFE-B767-65EA3A38AF6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>
            <a:extLst>
              <a:ext uri="{FF2B5EF4-FFF2-40B4-BE49-F238E27FC236}">
                <a16:creationId xmlns:a16="http://schemas.microsoft.com/office/drawing/2014/main" id="{F532D0E2-5AC6-5DE5-DACC-B61168A456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>
            <a:extLst>
              <a:ext uri="{FF2B5EF4-FFF2-40B4-BE49-F238E27FC236}">
                <a16:creationId xmlns:a16="http://schemas.microsoft.com/office/drawing/2014/main" id="{AF8DE8DD-1D3F-038C-3622-A14980B0A1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196" name="Espaço Reservado para Número de Slide 3">
            <a:extLst>
              <a:ext uri="{FF2B5EF4-FFF2-40B4-BE49-F238E27FC236}">
                <a16:creationId xmlns:a16="http://schemas.microsoft.com/office/drawing/2014/main" id="{7A5804E9-03CE-9C78-0347-A32DC70C8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C5E5C06-AF1A-4094-B448-958C833D5970}" type="slidenum">
              <a:rPr lang="pt-BR" altLang="pt-BR" sz="1200"/>
              <a:pPr/>
              <a:t>4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Imagem de Slide 1">
            <a:extLst>
              <a:ext uri="{FF2B5EF4-FFF2-40B4-BE49-F238E27FC236}">
                <a16:creationId xmlns:a16="http://schemas.microsoft.com/office/drawing/2014/main" id="{A8A26CF8-6019-2D6E-0907-52E569DED7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ço Reservado para Anotações 2">
            <a:extLst>
              <a:ext uri="{FF2B5EF4-FFF2-40B4-BE49-F238E27FC236}">
                <a16:creationId xmlns:a16="http://schemas.microsoft.com/office/drawing/2014/main" id="{008A59D0-D891-A6B4-B47F-C4996417EC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0244" name="Espaço Reservado para Número de Slide 3">
            <a:extLst>
              <a:ext uri="{FF2B5EF4-FFF2-40B4-BE49-F238E27FC236}">
                <a16:creationId xmlns:a16="http://schemas.microsoft.com/office/drawing/2014/main" id="{2788B1E8-F951-74E5-45FD-762907BE7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9A626A-8A1A-4CCC-9B64-6A07A3E73012}" type="slidenum">
              <a:rPr lang="pt-BR" altLang="pt-BR" sz="1200"/>
              <a:pPr/>
              <a:t>5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Imagem de Slide 1">
            <a:extLst>
              <a:ext uri="{FF2B5EF4-FFF2-40B4-BE49-F238E27FC236}">
                <a16:creationId xmlns:a16="http://schemas.microsoft.com/office/drawing/2014/main" id="{FD745F2E-05B4-FAA1-C257-4A1BA8B088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Espaço Reservado para Anotações 2">
            <a:extLst>
              <a:ext uri="{FF2B5EF4-FFF2-40B4-BE49-F238E27FC236}">
                <a16:creationId xmlns:a16="http://schemas.microsoft.com/office/drawing/2014/main" id="{6530E065-2670-FF85-89CF-058D3A514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2292" name="Espaço Reservado para Número de Slide 3">
            <a:extLst>
              <a:ext uri="{FF2B5EF4-FFF2-40B4-BE49-F238E27FC236}">
                <a16:creationId xmlns:a16="http://schemas.microsoft.com/office/drawing/2014/main" id="{0364F1B2-AAFD-4633-72A0-6584D1FDB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2627B8A-C90B-497D-BB27-9B97CF2689C0}" type="slidenum">
              <a:rPr lang="pt-BR" altLang="pt-BR" sz="1200"/>
              <a:pPr/>
              <a:t>6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Imagem de Slide 1">
            <a:extLst>
              <a:ext uri="{FF2B5EF4-FFF2-40B4-BE49-F238E27FC236}">
                <a16:creationId xmlns:a16="http://schemas.microsoft.com/office/drawing/2014/main" id="{7866F66E-2774-C278-7B78-F4296D7387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Espaço Reservado para Anotações 2">
            <a:extLst>
              <a:ext uri="{FF2B5EF4-FFF2-40B4-BE49-F238E27FC236}">
                <a16:creationId xmlns:a16="http://schemas.microsoft.com/office/drawing/2014/main" id="{A560E996-34AA-2E11-F1DC-53CB94F385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5364" name="Espaço Reservado para Número de Slide 3">
            <a:extLst>
              <a:ext uri="{FF2B5EF4-FFF2-40B4-BE49-F238E27FC236}">
                <a16:creationId xmlns:a16="http://schemas.microsoft.com/office/drawing/2014/main" id="{BB805633-AD8D-093D-39C4-D146FC11B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C2EDCA9-1811-4BC5-9C81-F407C8982735}" type="slidenum">
              <a:rPr lang="pt-BR" altLang="pt-BR" sz="1200"/>
              <a:pPr/>
              <a:t>8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Imagem de Slide 1">
            <a:extLst>
              <a:ext uri="{FF2B5EF4-FFF2-40B4-BE49-F238E27FC236}">
                <a16:creationId xmlns:a16="http://schemas.microsoft.com/office/drawing/2014/main" id="{1408676F-814E-DF90-6A41-A0F391CEAA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Espaço Reservado para Anotações 2">
            <a:extLst>
              <a:ext uri="{FF2B5EF4-FFF2-40B4-BE49-F238E27FC236}">
                <a16:creationId xmlns:a16="http://schemas.microsoft.com/office/drawing/2014/main" id="{F04BEAF7-F880-7AE2-BBB5-E8B727CE19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7412" name="Espaço Reservado para Número de Slide 3">
            <a:extLst>
              <a:ext uri="{FF2B5EF4-FFF2-40B4-BE49-F238E27FC236}">
                <a16:creationId xmlns:a16="http://schemas.microsoft.com/office/drawing/2014/main" id="{2018D53A-E9A9-2383-6080-A281ADE75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5C47633-05EC-4584-A2ED-A6EF87DE36E3}" type="slidenum">
              <a:rPr lang="pt-BR" altLang="pt-BR" sz="1200"/>
              <a:pPr/>
              <a:t>9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C822B178-E799-E384-CCBA-931635CED1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B5B623FF-F379-7CF9-1226-C12EEFB18F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0484" name="Espaço Reservado para Número de Slide 3">
            <a:extLst>
              <a:ext uri="{FF2B5EF4-FFF2-40B4-BE49-F238E27FC236}">
                <a16:creationId xmlns:a16="http://schemas.microsoft.com/office/drawing/2014/main" id="{686BFD3D-D9A0-3E76-ED42-38E18134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77716F9-A493-4E05-988C-FD48F200C936}" type="slidenum">
              <a:rPr lang="pt-BR" altLang="pt-BR" sz="1200"/>
              <a:pPr/>
              <a:t>11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Imagem de Slide 1">
            <a:extLst>
              <a:ext uri="{FF2B5EF4-FFF2-40B4-BE49-F238E27FC236}">
                <a16:creationId xmlns:a16="http://schemas.microsoft.com/office/drawing/2014/main" id="{CD3C33CD-B21A-2DF4-FD99-60E5A4F2F5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Espaço Reservado para Anotações 2">
            <a:extLst>
              <a:ext uri="{FF2B5EF4-FFF2-40B4-BE49-F238E27FC236}">
                <a16:creationId xmlns:a16="http://schemas.microsoft.com/office/drawing/2014/main" id="{C52C2D06-0A38-7A20-0F7E-122EBE7A63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3556" name="Espaço Reservado para Número de Slide 3">
            <a:extLst>
              <a:ext uri="{FF2B5EF4-FFF2-40B4-BE49-F238E27FC236}">
                <a16:creationId xmlns:a16="http://schemas.microsoft.com/office/drawing/2014/main" id="{18C5F5BF-CC0A-2C5B-6968-BE1C51BBF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2BD6869-63E1-43AC-86B1-52886C238082}" type="slidenum">
              <a:rPr lang="pt-BR" altLang="pt-BR" sz="1200"/>
              <a:pPr/>
              <a:t>13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Imagem de Slide 1">
            <a:extLst>
              <a:ext uri="{FF2B5EF4-FFF2-40B4-BE49-F238E27FC236}">
                <a16:creationId xmlns:a16="http://schemas.microsoft.com/office/drawing/2014/main" id="{75A5D51A-7676-0EF1-D20A-2BC787840F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ço Reservado para Anotações 2">
            <a:extLst>
              <a:ext uri="{FF2B5EF4-FFF2-40B4-BE49-F238E27FC236}">
                <a16:creationId xmlns:a16="http://schemas.microsoft.com/office/drawing/2014/main" id="{1E2697E1-4123-98F3-6750-9C2EF238B3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5604" name="Espaço Reservado para Número de Slide 3">
            <a:extLst>
              <a:ext uri="{FF2B5EF4-FFF2-40B4-BE49-F238E27FC236}">
                <a16:creationId xmlns:a16="http://schemas.microsoft.com/office/drawing/2014/main" id="{1249FA91-9C7A-0A97-AF7E-FEF1AC78E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82E965-E683-4187-A555-EEDE5B42E55D}" type="slidenum">
              <a:rPr lang="pt-BR" altLang="pt-BR" sz="1200"/>
              <a:pPr/>
              <a:t>14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Imagem de Slide 1">
            <a:extLst>
              <a:ext uri="{FF2B5EF4-FFF2-40B4-BE49-F238E27FC236}">
                <a16:creationId xmlns:a16="http://schemas.microsoft.com/office/drawing/2014/main" id="{0700EC72-843E-C348-3FEB-7E6F21FCD6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Espaço Reservado para Anotações 2">
            <a:extLst>
              <a:ext uri="{FF2B5EF4-FFF2-40B4-BE49-F238E27FC236}">
                <a16:creationId xmlns:a16="http://schemas.microsoft.com/office/drawing/2014/main" id="{8A1FDD5F-FB3E-4948-E52E-8CB1D06460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B032A3FE-4A58-DF36-EE52-8391604A6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37C6ED2-C575-4401-AF67-7B3F0070F5AE}" type="slidenum">
              <a:rPr lang="pt-BR" altLang="pt-BR" sz="1200"/>
              <a:pPr/>
              <a:t>15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>
            <a:extLst>
              <a:ext uri="{FF2B5EF4-FFF2-40B4-BE49-F238E27FC236}">
                <a16:creationId xmlns:a16="http://schemas.microsoft.com/office/drawing/2014/main" id="{E12521E5-48F6-B00F-E1A8-B740DA89AA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>
            <a:extLst>
              <a:ext uri="{FF2B5EF4-FFF2-40B4-BE49-F238E27FC236}">
                <a16:creationId xmlns:a16="http://schemas.microsoft.com/office/drawing/2014/main" id="{A9ABA07F-39C6-B573-21A6-C620B6CB28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D751CA6A-67C8-3A89-B7E6-3F39C2E60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D149389-3644-47A6-8CE9-48AF51D4AACE}" type="slidenum">
              <a:rPr lang="pt-BR" altLang="pt-BR" sz="1200"/>
              <a:pPr/>
              <a:t>17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>
            <a:extLst>
              <a:ext uri="{FF2B5EF4-FFF2-40B4-BE49-F238E27FC236}">
                <a16:creationId xmlns:a16="http://schemas.microsoft.com/office/drawing/2014/main" id="{A2304030-22C6-BD3E-935A-4D3AFCBD3A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>
            <a:extLst>
              <a:ext uri="{FF2B5EF4-FFF2-40B4-BE49-F238E27FC236}">
                <a16:creationId xmlns:a16="http://schemas.microsoft.com/office/drawing/2014/main" id="{972ADDB3-1F25-DFBE-9F32-AE1962B79B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48A4E114-BFF5-A467-A478-D213DCCBD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BD956A-7237-4194-959F-508393E5BE8A}" type="slidenum">
              <a:rPr lang="pt-BR" altLang="pt-BR" sz="1200"/>
              <a:pPr/>
              <a:t>18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>
            <a:extLst>
              <a:ext uri="{FF2B5EF4-FFF2-40B4-BE49-F238E27FC236}">
                <a16:creationId xmlns:a16="http://schemas.microsoft.com/office/drawing/2014/main" id="{2B0360DD-CF27-5E51-8A0F-6130942D16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>
            <a:extLst>
              <a:ext uri="{FF2B5EF4-FFF2-40B4-BE49-F238E27FC236}">
                <a16:creationId xmlns:a16="http://schemas.microsoft.com/office/drawing/2014/main" id="{821A0CD9-24B6-3D7A-5C85-7F1FC995CA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AB13BBD0-5EEE-5A64-F533-CBF094E13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27F07C1-1382-4D66-97CB-1ADDFEF031D2}" type="slidenum">
              <a:rPr lang="pt-BR" altLang="pt-BR" sz="1200"/>
              <a:pPr/>
              <a:t>19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>
            <a:extLst>
              <a:ext uri="{FF2B5EF4-FFF2-40B4-BE49-F238E27FC236}">
                <a16:creationId xmlns:a16="http://schemas.microsoft.com/office/drawing/2014/main" id="{3C230FF0-4CCE-EA06-F902-5E98E442CB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Espaço Reservado para Anotações 2">
            <a:extLst>
              <a:ext uri="{FF2B5EF4-FFF2-40B4-BE49-F238E27FC236}">
                <a16:creationId xmlns:a16="http://schemas.microsoft.com/office/drawing/2014/main" id="{BCC65BE2-CC85-B02E-0840-80EABF16D4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9940" name="Espaço Reservado para Número de Slide 3">
            <a:extLst>
              <a:ext uri="{FF2B5EF4-FFF2-40B4-BE49-F238E27FC236}">
                <a16:creationId xmlns:a16="http://schemas.microsoft.com/office/drawing/2014/main" id="{577E8AE9-EFDC-3A8D-3B1E-E7A4C7D05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76DE6FA-A8FA-4914-82DE-B06C4934B484}" type="slidenum">
              <a:rPr lang="pt-BR" altLang="pt-BR" sz="1200"/>
              <a:pPr/>
              <a:t>21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>
            <a:extLst>
              <a:ext uri="{FF2B5EF4-FFF2-40B4-BE49-F238E27FC236}">
                <a16:creationId xmlns:a16="http://schemas.microsoft.com/office/drawing/2014/main" id="{C4FF0A8E-5FB5-C9D9-E6F2-2A27AB554E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Espaço Reservado para Anotações 2">
            <a:extLst>
              <a:ext uri="{FF2B5EF4-FFF2-40B4-BE49-F238E27FC236}">
                <a16:creationId xmlns:a16="http://schemas.microsoft.com/office/drawing/2014/main" id="{F631567B-5938-720F-6843-170F8EE0E2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1988" name="Espaço Reservado para Número de Slide 3">
            <a:extLst>
              <a:ext uri="{FF2B5EF4-FFF2-40B4-BE49-F238E27FC236}">
                <a16:creationId xmlns:a16="http://schemas.microsoft.com/office/drawing/2014/main" id="{4627872A-5FB1-7429-D1CC-4EEA6974E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A096E83-B975-4E19-B51C-D0A86D90FBC3}" type="slidenum">
              <a:rPr lang="pt-BR" altLang="pt-BR" sz="1200"/>
              <a:pPr/>
              <a:t>22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>
            <a:extLst>
              <a:ext uri="{FF2B5EF4-FFF2-40B4-BE49-F238E27FC236}">
                <a16:creationId xmlns:a16="http://schemas.microsoft.com/office/drawing/2014/main" id="{0DD62D34-B252-C4DA-96A4-D1BF76FD3A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Espaço Reservado para Anotações 2">
            <a:extLst>
              <a:ext uri="{FF2B5EF4-FFF2-40B4-BE49-F238E27FC236}">
                <a16:creationId xmlns:a16="http://schemas.microsoft.com/office/drawing/2014/main" id="{1D6EDD0A-35E2-F11C-EC46-1D8D562F4E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4036" name="Espaço Reservado para Número de Slide 3">
            <a:extLst>
              <a:ext uri="{FF2B5EF4-FFF2-40B4-BE49-F238E27FC236}">
                <a16:creationId xmlns:a16="http://schemas.microsoft.com/office/drawing/2014/main" id="{07D5B4AC-316B-24F7-FF77-AA0647C20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4718F9-8405-41DB-8882-FED167468573}" type="slidenum">
              <a:rPr lang="pt-BR" altLang="pt-BR" sz="1200"/>
              <a:pPr/>
              <a:t>23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>
            <a:extLst>
              <a:ext uri="{FF2B5EF4-FFF2-40B4-BE49-F238E27FC236}">
                <a16:creationId xmlns:a16="http://schemas.microsoft.com/office/drawing/2014/main" id="{CC2D2010-EC28-AA7B-1C7D-B9BC549B18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Espaço Reservado para Anotações 2">
            <a:extLst>
              <a:ext uri="{FF2B5EF4-FFF2-40B4-BE49-F238E27FC236}">
                <a16:creationId xmlns:a16="http://schemas.microsoft.com/office/drawing/2014/main" id="{FEDCBF74-6F1B-8852-887B-6314DADCB9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6084" name="Espaço Reservado para Número de Slide 3">
            <a:extLst>
              <a:ext uri="{FF2B5EF4-FFF2-40B4-BE49-F238E27FC236}">
                <a16:creationId xmlns:a16="http://schemas.microsoft.com/office/drawing/2014/main" id="{2EE1312C-E348-23C7-50C9-AD4A1C3B9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0B00F0B-65D1-4BA7-A0EA-5693437EDC77}" type="slidenum">
              <a:rPr lang="pt-BR" altLang="pt-BR" sz="1200"/>
              <a:pPr/>
              <a:t>24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>
            <a:extLst>
              <a:ext uri="{FF2B5EF4-FFF2-40B4-BE49-F238E27FC236}">
                <a16:creationId xmlns:a16="http://schemas.microsoft.com/office/drawing/2014/main" id="{8C74950A-2298-3EE9-31F4-15B6147ADD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Espaço Reservado para Anotações 2">
            <a:extLst>
              <a:ext uri="{FF2B5EF4-FFF2-40B4-BE49-F238E27FC236}">
                <a16:creationId xmlns:a16="http://schemas.microsoft.com/office/drawing/2014/main" id="{B05E9DE2-461E-FCB6-C1A9-D3286250F0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0180" name="Espaço Reservado para Número de Slide 3">
            <a:extLst>
              <a:ext uri="{FF2B5EF4-FFF2-40B4-BE49-F238E27FC236}">
                <a16:creationId xmlns:a16="http://schemas.microsoft.com/office/drawing/2014/main" id="{B34BA03E-EB84-31C0-6CAF-16FACF885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383D9A-9F6A-4964-8409-385D3BABFFEB}" type="slidenum">
              <a:rPr lang="pt-BR" altLang="pt-BR" sz="1200"/>
              <a:pPr/>
              <a:t>25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>
            <a:extLst>
              <a:ext uri="{FF2B5EF4-FFF2-40B4-BE49-F238E27FC236}">
                <a16:creationId xmlns:a16="http://schemas.microsoft.com/office/drawing/2014/main" id="{F1879988-CD2D-F5EB-56F9-C33219406E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Espaço Reservado para Anotações 2">
            <a:extLst>
              <a:ext uri="{FF2B5EF4-FFF2-40B4-BE49-F238E27FC236}">
                <a16:creationId xmlns:a16="http://schemas.microsoft.com/office/drawing/2014/main" id="{43A38CFA-782D-03B3-33F0-BE74B7C212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08A64A88-1CA5-F82F-0E26-C4477BC66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6CC398-262D-4ABD-B264-B4E7D1BC49A1}" type="slidenum">
              <a:rPr lang="pt-BR" altLang="pt-BR" sz="1200"/>
              <a:pPr/>
              <a:t>26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>
            <a:extLst>
              <a:ext uri="{FF2B5EF4-FFF2-40B4-BE49-F238E27FC236}">
                <a16:creationId xmlns:a16="http://schemas.microsoft.com/office/drawing/2014/main" id="{CAE1A5CF-EB43-DF32-9075-A962F82BEF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Espaço Reservado para Anotações 2">
            <a:extLst>
              <a:ext uri="{FF2B5EF4-FFF2-40B4-BE49-F238E27FC236}">
                <a16:creationId xmlns:a16="http://schemas.microsoft.com/office/drawing/2014/main" id="{53F9221D-BE88-B1EE-15B0-61194AFAB4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4276" name="Espaço Reservado para Número de Slide 3">
            <a:extLst>
              <a:ext uri="{FF2B5EF4-FFF2-40B4-BE49-F238E27FC236}">
                <a16:creationId xmlns:a16="http://schemas.microsoft.com/office/drawing/2014/main" id="{40B98573-2303-AF61-E78E-779466DC4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D726DE-8D65-45EC-A0E7-67A46086127E}" type="slidenum">
              <a:rPr lang="pt-BR" altLang="pt-BR" sz="1200"/>
              <a:pPr/>
              <a:t>27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0FA79ADC-316E-F00B-F091-F15A439F91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AF42AD0B-EEB4-8FEA-D592-6F7BCF3631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6324" name="Espaço Reservado para Número de Slide 3">
            <a:extLst>
              <a:ext uri="{FF2B5EF4-FFF2-40B4-BE49-F238E27FC236}">
                <a16:creationId xmlns:a16="http://schemas.microsoft.com/office/drawing/2014/main" id="{A26722F0-3699-E8C3-FF3F-610B8D38C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B48DDCE-0062-4925-9CE1-177746887ECE}" type="slidenum">
              <a:rPr lang="pt-BR" altLang="pt-BR" sz="1200"/>
              <a:pPr/>
              <a:t>28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>
            <a:extLst>
              <a:ext uri="{FF2B5EF4-FFF2-40B4-BE49-F238E27FC236}">
                <a16:creationId xmlns:a16="http://schemas.microsoft.com/office/drawing/2014/main" id="{66206CDA-0C88-884A-AEE5-2CC39F1698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Espaço Reservado para Anotações 2">
            <a:extLst>
              <a:ext uri="{FF2B5EF4-FFF2-40B4-BE49-F238E27FC236}">
                <a16:creationId xmlns:a16="http://schemas.microsoft.com/office/drawing/2014/main" id="{DDF6C74C-48F5-6278-F9FF-E86C87D4BB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8372" name="Espaço Reservado para Número de Slide 3">
            <a:extLst>
              <a:ext uri="{FF2B5EF4-FFF2-40B4-BE49-F238E27FC236}">
                <a16:creationId xmlns:a16="http://schemas.microsoft.com/office/drawing/2014/main" id="{F61E0335-3426-5BCF-763E-039C80203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ABC3C24-A668-468A-89DE-487900BBFAD7}" type="slidenum">
              <a:rPr lang="pt-BR" altLang="pt-BR" sz="1200"/>
              <a:pPr/>
              <a:t>29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>
            <a:extLst>
              <a:ext uri="{FF2B5EF4-FFF2-40B4-BE49-F238E27FC236}">
                <a16:creationId xmlns:a16="http://schemas.microsoft.com/office/drawing/2014/main" id="{1D720D68-9FF1-7946-C163-8EF3A3DC90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Espaço Reservado para Anotações 2">
            <a:extLst>
              <a:ext uri="{FF2B5EF4-FFF2-40B4-BE49-F238E27FC236}">
                <a16:creationId xmlns:a16="http://schemas.microsoft.com/office/drawing/2014/main" id="{6CF41EA7-51E1-2F6E-9019-7B3B2D3F67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0420" name="Espaço Reservado para Número de Slide 3">
            <a:extLst>
              <a:ext uri="{FF2B5EF4-FFF2-40B4-BE49-F238E27FC236}">
                <a16:creationId xmlns:a16="http://schemas.microsoft.com/office/drawing/2014/main" id="{62AE0E99-ED01-BDD0-5484-C3F140641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569CA5-758E-4D94-8E48-ABBBE2FC14F9}" type="slidenum">
              <a:rPr lang="pt-BR" altLang="pt-BR" sz="1200"/>
              <a:pPr/>
              <a:t>30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>
            <a:extLst>
              <a:ext uri="{FF2B5EF4-FFF2-40B4-BE49-F238E27FC236}">
                <a16:creationId xmlns:a16="http://schemas.microsoft.com/office/drawing/2014/main" id="{34BA1C83-4C47-6577-8A9A-A17FA1E88D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Espaço Reservado para Anotações 2">
            <a:extLst>
              <a:ext uri="{FF2B5EF4-FFF2-40B4-BE49-F238E27FC236}">
                <a16:creationId xmlns:a16="http://schemas.microsoft.com/office/drawing/2014/main" id="{06BAA855-EF56-FE82-3521-149EA91D06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2468" name="Espaço Reservado para Número de Slide 3">
            <a:extLst>
              <a:ext uri="{FF2B5EF4-FFF2-40B4-BE49-F238E27FC236}">
                <a16:creationId xmlns:a16="http://schemas.microsoft.com/office/drawing/2014/main" id="{20159A1F-40C7-8EB6-CC04-5C7F57A83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8B5FAA-4801-4367-9271-0BD74BD95823}" type="slidenum">
              <a:rPr lang="pt-BR" altLang="pt-BR" sz="1200"/>
              <a:pPr/>
              <a:t>31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>
            <a:extLst>
              <a:ext uri="{FF2B5EF4-FFF2-40B4-BE49-F238E27FC236}">
                <a16:creationId xmlns:a16="http://schemas.microsoft.com/office/drawing/2014/main" id="{4173A15D-35F3-C5BA-3250-C3855F7137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Espaço Reservado para Anotações 2">
            <a:extLst>
              <a:ext uri="{FF2B5EF4-FFF2-40B4-BE49-F238E27FC236}">
                <a16:creationId xmlns:a16="http://schemas.microsoft.com/office/drawing/2014/main" id="{5A429BB7-6706-9862-76A4-EEA8C51A49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4516" name="Espaço Reservado para Número de Slide 3">
            <a:extLst>
              <a:ext uri="{FF2B5EF4-FFF2-40B4-BE49-F238E27FC236}">
                <a16:creationId xmlns:a16="http://schemas.microsoft.com/office/drawing/2014/main" id="{12AD3B10-B906-4E8C-86D5-732E8BC6E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5795932-924D-46CB-98BC-F876DDA7AC26}" type="slidenum">
              <a:rPr lang="pt-BR" altLang="pt-BR" sz="1200"/>
              <a:pPr/>
              <a:t>32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>
            <a:extLst>
              <a:ext uri="{FF2B5EF4-FFF2-40B4-BE49-F238E27FC236}">
                <a16:creationId xmlns:a16="http://schemas.microsoft.com/office/drawing/2014/main" id="{83564235-E735-DAA5-F1E6-2FEAE39C9D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Espaço Reservado para Anotações 2">
            <a:extLst>
              <a:ext uri="{FF2B5EF4-FFF2-40B4-BE49-F238E27FC236}">
                <a16:creationId xmlns:a16="http://schemas.microsoft.com/office/drawing/2014/main" id="{991B4333-B516-77C6-1E88-4096A7D1BC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6564" name="Espaço Reservado para Número de Slide 3">
            <a:extLst>
              <a:ext uri="{FF2B5EF4-FFF2-40B4-BE49-F238E27FC236}">
                <a16:creationId xmlns:a16="http://schemas.microsoft.com/office/drawing/2014/main" id="{0B31CEE8-F487-7901-2A12-C1DF78F83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7E53F1D-BDFC-40B2-8C3F-4133927C3216}" type="slidenum">
              <a:rPr lang="pt-BR" altLang="pt-BR" sz="1200"/>
              <a:pPr/>
              <a:t>33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>
            <a:extLst>
              <a:ext uri="{FF2B5EF4-FFF2-40B4-BE49-F238E27FC236}">
                <a16:creationId xmlns:a16="http://schemas.microsoft.com/office/drawing/2014/main" id="{A9B79EBF-3064-5611-F9CA-6F17AEC723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Espaço Reservado para Anotações 2">
            <a:extLst>
              <a:ext uri="{FF2B5EF4-FFF2-40B4-BE49-F238E27FC236}">
                <a16:creationId xmlns:a16="http://schemas.microsoft.com/office/drawing/2014/main" id="{A663E3FA-E07A-37F2-F6EF-04349E43B6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8612" name="Espaço Reservado para Número de Slide 3">
            <a:extLst>
              <a:ext uri="{FF2B5EF4-FFF2-40B4-BE49-F238E27FC236}">
                <a16:creationId xmlns:a16="http://schemas.microsoft.com/office/drawing/2014/main" id="{58054360-716A-8B49-21DA-581FFBC0C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DD3BD0-2F1E-45F9-AD58-A586606F4708}" type="slidenum">
              <a:rPr lang="pt-BR" altLang="pt-BR" sz="1200"/>
              <a:pPr/>
              <a:t>34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Imagem de Slide 1">
            <a:extLst>
              <a:ext uri="{FF2B5EF4-FFF2-40B4-BE49-F238E27FC236}">
                <a16:creationId xmlns:a16="http://schemas.microsoft.com/office/drawing/2014/main" id="{F37CED30-56E1-9CB1-A3C9-CEE9930517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Espaço Reservado para Anotações 2">
            <a:extLst>
              <a:ext uri="{FF2B5EF4-FFF2-40B4-BE49-F238E27FC236}">
                <a16:creationId xmlns:a16="http://schemas.microsoft.com/office/drawing/2014/main" id="{47EB4656-B408-1D13-D80F-E7BBA38BED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0660" name="Espaço Reservado para Número de Slide 3">
            <a:extLst>
              <a:ext uri="{FF2B5EF4-FFF2-40B4-BE49-F238E27FC236}">
                <a16:creationId xmlns:a16="http://schemas.microsoft.com/office/drawing/2014/main" id="{FA36D3CD-DE24-5F63-E9A6-B0CB7DB62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DAB70D0-B1F2-4C28-BA77-372C7BBBF151}" type="slidenum">
              <a:rPr lang="pt-BR" altLang="pt-BR" sz="1200"/>
              <a:pPr/>
              <a:t>35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>
            <a:extLst>
              <a:ext uri="{FF2B5EF4-FFF2-40B4-BE49-F238E27FC236}">
                <a16:creationId xmlns:a16="http://schemas.microsoft.com/office/drawing/2014/main" id="{6F549F09-1BAB-71C5-327A-FD716EE6FE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Espaço Reservado para Anotações 2">
            <a:extLst>
              <a:ext uri="{FF2B5EF4-FFF2-40B4-BE49-F238E27FC236}">
                <a16:creationId xmlns:a16="http://schemas.microsoft.com/office/drawing/2014/main" id="{418FB6BE-B4A3-78C1-97BD-FE300222B3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2708" name="Espaço Reservado para Número de Slide 3">
            <a:extLst>
              <a:ext uri="{FF2B5EF4-FFF2-40B4-BE49-F238E27FC236}">
                <a16:creationId xmlns:a16="http://schemas.microsoft.com/office/drawing/2014/main" id="{AAF74287-AE37-A653-0C10-BB88C294F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EF22A53-C037-4F4C-8973-16E002424166}" type="slidenum">
              <a:rPr lang="pt-BR" altLang="pt-BR" sz="1200"/>
              <a:pPr/>
              <a:t>36</a:t>
            </a:fld>
            <a:endParaRPr lang="pt-BR" altLang="pt-B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ED2E22-22D8-0D1E-F3B4-F0BBF902204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1CB02D6-5B41-14AC-2D0C-063EEDBFA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8D4AFA1-CD24-DF4A-62D7-06388B62B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5D5EA5F-83CA-760B-93C0-89770836C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B007C71-6B84-D30A-2EF2-2501E329E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180DB72-AE57-911D-65B2-0F3B14ACD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08314C-97E4-8787-5990-36B699FED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3B65A99-0813-E887-5734-64A0309E2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A5F0031-C5C0-CB8C-DD94-025384262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C15D30E-BAA5-7DF3-BD5E-C5B6DCF18C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FD2CCED-7EC1-E987-8589-30ECBC40E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1D42AB4-C8D5-F073-EDCB-E31AD10798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FD35DC4-A7CF-3317-6E6A-77003D46BD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2454811-C716-473E-B25B-A765D6FC620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0388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E6D39BE2-C908-C9A9-E2F2-6343EEA3A0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0A2FF7C6-566A-1DFF-4C0E-C11A7AC47E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32E2537-A38B-65AB-AEC3-44FB646E9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EA67C-739F-410F-A690-2D837034908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295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DC5BE81E-610C-786A-394E-E5C19BF74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94C3C856-D5BD-47D8-D61C-D168C09AD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A19945F-2991-68DC-4CD3-3B2BFD8A09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B9DB98-D9F8-43FE-86D9-7596EA14703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6727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9A4871B1-1867-67C6-2E59-0DF516D8E5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3952879E-F715-75BD-DE04-3B351A3371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651BE788-9560-47AA-3D01-72207166F6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EA31BE-FF9F-43A6-A3D7-7AC6BA5EE8D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6029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6762324E-38AD-A352-24BB-697658FB62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A4C9F97B-A345-2E67-C084-68EA4E95B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9B7811E2-B3C7-C589-5E17-B42D31B217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36091-075F-4E5E-9550-848BA91973B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853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1C77C4FD-93D8-A69F-FD7F-184E387DB7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9E22EE4D-1079-2723-6586-B2A2BC1A0A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BD8A159D-77E0-3B4C-1C4B-8D3C804005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84D1ED-9473-40CA-9773-58161B2623E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636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4A9B931D-7CB4-0756-186C-8BD5FA892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CFDF84AF-0A43-682B-EAC1-AACE3DA10A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9F0B695D-4817-F807-675F-0E851BBC7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C93367-F16C-484E-A90E-30D6E9A904B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4481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E222CB73-6A1B-07DB-A9F4-369C0CE99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5A5B3C1E-A9A0-3107-009F-02D2F45A5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9151CF3A-E817-F801-CBCE-CDD11F905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AED7C-102F-405E-A67D-CD1A6D0E346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9910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886FB331-2FAD-C0D2-EBDE-A336BF0A67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4186390E-8CF0-20F0-6EBC-59BAD0495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7879A69D-06D5-C6C8-9090-CDEC81939D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35BB7B-F145-4B18-8FA8-7A716EC8C8F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8828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CEFB3B4-62D5-682E-22FF-810148744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14DDCD18-CD7A-A4E1-86FC-B08D355E5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C2EA1071-A506-49DE-9477-18D28F3A0F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2E251-7717-4051-8265-74DEFB92531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5541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F4BD6D6-E0B5-C05A-50D2-118DBE69E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D6451DF0-F311-5FDA-8CDB-36A1FA3C9D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A4F96178-6D71-47D0-8C63-834944500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0064C6-5207-4202-B800-6F79637FB8F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158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84619135-E665-11D8-36D8-E844A5F67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758F906B-7A32-0E77-1E1C-31D3FB6CC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60CD312-6B16-4D1C-8D66-0C8D7A51FBC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2" r:id="rId1"/>
    <p:sldLayoutId id="2147484682" r:id="rId2"/>
    <p:sldLayoutId id="2147484683" r:id="rId3"/>
    <p:sldLayoutId id="2147484684" r:id="rId4"/>
    <p:sldLayoutId id="2147484685" r:id="rId5"/>
    <p:sldLayoutId id="2147484686" r:id="rId6"/>
    <p:sldLayoutId id="2147484687" r:id="rId7"/>
    <p:sldLayoutId id="2147484688" r:id="rId8"/>
    <p:sldLayoutId id="2147484689" r:id="rId9"/>
    <p:sldLayoutId id="2147484690" r:id="rId10"/>
    <p:sldLayoutId id="214748469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A4927183-2418-8E81-F8EA-0C6E944A7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38175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CD853DDB-CBAF-5A5B-9F0C-0602E3755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989138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LINGUAGEM DE PROGRAMAÇÃO ORIENTADA A OBJETOS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 dirty="0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3EC3CFD8-043D-C6CD-168E-124DE807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393BAA-1AEF-465D-823A-A75BAF3BFBA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71E32E-A497-2B33-7CD1-28A883F123BB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687907B6-7778-5396-075F-9E11B97C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CBB995-CC34-4F59-8BDB-9A1DA0A607B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3D2A9D-3C5E-698D-3F3B-F3DC6D52D842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O que é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Uma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E7B91EE0-A281-6434-097C-75C75BBB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EFD71C5-8892-4738-83C6-74A360AF8F1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24FC8415-0659-D425-29B6-28BDC16DE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9A6D3BD-5D31-C6FB-3B7E-B48364C46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Em computação, uma função é uma sequência de comandos que resolve uma ou mais tarefas (ou funcionalidades).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Até agora utilizamos algumas funções já prontas do Python, como o print(), input(), </a:t>
            </a:r>
            <a:r>
              <a:rPr lang="pt-BR" alt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(),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90E0F6D4-FF29-8D63-E01A-731381E8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D1CDA31-6576-489B-982C-67A473FA1EA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EDF4D2CB-56B6-2C3E-6EB5-747CE7B35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83D389E-090B-278E-6275-2309C421D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Também pode-se criar as próprias funções.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Normalmente são utilizados para evitar que determinada parte do  código sejá escrito varias vezes.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1">
            <a:extLst>
              <a:ext uri="{FF2B5EF4-FFF2-40B4-BE49-F238E27FC236}">
                <a16:creationId xmlns:a16="http://schemas.microsoft.com/office/drawing/2014/main" id="{62F5E909-FDC9-F010-0C76-1C7F4930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4BD9E16-3D06-40DF-8032-78C0776DF18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A8AED2C8-11CF-72E0-E1B3-B8955E8C6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4CEC4BD-1BBB-6847-4C3C-A7C403E1D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Python sua sintaxe é: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def nome_função():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# comandos     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 entre os parênteses pode-se ter parâmetros, que s~so entrada de dados para a função.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0085E158-8696-8542-B886-98309F27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E73919-DC90-4763-9E3D-8DA70A58434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B46C82-6047-B2CB-3A8B-50C3041224CD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Parâmetros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de uma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713F1D90-80BC-FB43-268B-B83107C8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661F473-4436-418F-A739-2B862414D82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A378AF08-8566-5E2A-657F-F1D60867B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Parâmetros de uma Função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35E26A1-B3B9-D2BB-BA6F-3D1F23C8B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989138"/>
            <a:ext cx="885596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Nenhuma, uma ou mais informações consiste em uma lista de elementos que são passados à função para que ela funcione.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Esses elementos são denominados parâmetros.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1">
            <a:extLst>
              <a:ext uri="{FF2B5EF4-FFF2-40B4-BE49-F238E27FC236}">
                <a16:creationId xmlns:a16="http://schemas.microsoft.com/office/drawing/2014/main" id="{0DBD9BD9-E622-F197-CBEA-A0611A81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94E8558-748A-4362-8D98-6BE1DAA19CC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0D8D3031-20DD-B123-8BEB-CA932317A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Parâmetros de uma Função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87B5A6B-0DFF-51AB-F18C-A0874B80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Para um parâmetro ser opcional, o mesmo é atribuído a um valor padrão.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Veja os exemplos a seguir: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500B5CBD-3603-74A8-80E0-2FA0A844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31845E-2DE5-4DA8-A777-92FB1D1D624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88892F-9B5E-3693-3EFC-9DA4E6C09EAF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Exemplo de Função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SEM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passagem de Parâmetros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1">
            <a:extLst>
              <a:ext uri="{FF2B5EF4-FFF2-40B4-BE49-F238E27FC236}">
                <a16:creationId xmlns:a16="http://schemas.microsoft.com/office/drawing/2014/main" id="{D7BEE7BF-C552-5000-7F27-FB3927F5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D11DD56-051D-4D0A-8670-7D6148046BF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63B038E0-51B2-F1DD-7AE1-822C4BBEA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43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D73F958-E9FD-ACDE-B694-483AD2836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4000" b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primeira_funcao</a:t>
            </a: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print(“Bloco de Códigos”)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chamar a função: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primeira_função</a:t>
            </a: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  <a:r>
              <a:rPr lang="pt-BR" altLang="pt-BR" dirty="0"/>
              <a:t>Bloco de Códigos</a:t>
            </a:r>
            <a:endParaRPr lang="pt-BR" alt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1" name="Rectangle 1">
            <a:extLst>
              <a:ext uri="{FF2B5EF4-FFF2-40B4-BE49-F238E27FC236}">
                <a16:creationId xmlns:a16="http://schemas.microsoft.com/office/drawing/2014/main" id="{C8FF0EDE-EED8-3596-9B21-B03BA7BA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1">
            <a:extLst>
              <a:ext uri="{FF2B5EF4-FFF2-40B4-BE49-F238E27FC236}">
                <a16:creationId xmlns:a16="http://schemas.microsoft.com/office/drawing/2014/main" id="{87B02FE1-F70A-59AC-F27E-0E2A2245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1DB8FE-3713-4649-921A-DFCCC55BA43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456A38-34A2-6F3C-F8B2-DFE0DFD0114E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Exemplo de Função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passagem de Parâmetros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1">
            <a:extLst>
              <a:ext uri="{FF2B5EF4-FFF2-40B4-BE49-F238E27FC236}">
                <a16:creationId xmlns:a16="http://schemas.microsoft.com/office/drawing/2014/main" id="{6F83B0BB-FDE9-3133-6386-B3F90862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7F098CB-C2A4-4F59-B194-B277399A2FD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8D6FD276-5478-C171-492D-348F67354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44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144752A-DBEE-45C3-9536-61108F6C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segunda_funcao(nome):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print(f"Nome: {nome}")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chamar a função:   segunda_funcao("Epaminondas")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Resposta será: Nome:</a:t>
            </a:r>
            <a:r>
              <a:rPr lang="pt-BR" altLang="pt-BR"/>
              <a:t> Epaminondas</a:t>
            </a:r>
          </a:p>
        </p:txBody>
      </p:sp>
      <p:sp>
        <p:nvSpPr>
          <p:cNvPr id="22533" name="Rectangle 1">
            <a:extLst>
              <a:ext uri="{FF2B5EF4-FFF2-40B4-BE49-F238E27FC236}">
                <a16:creationId xmlns:a16="http://schemas.microsoft.com/office/drawing/2014/main" id="{494C081B-1595-6474-F6C4-6A4BE9335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60ADA41A-8FAB-3CD3-3928-925578B6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F89C165-14DF-46E8-A4FB-F3FF333359A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CD1EED72-888C-C8A6-82A9-D77B29A2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44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3C46BB2-E3E5-70F5-FADC-175C8F7E4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OBS: O </a:t>
            </a:r>
            <a:r>
              <a:rPr lang="pt-BR" altLang="pt-BR" sz="4000" b="1" i="1">
                <a:solidFill>
                  <a:srgbClr val="C725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print(f"Nome: {nome}")</a:t>
            </a: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chama F-strings e é uma maneira de formatar código Python e Strings. 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1" name="Rectangle 1">
            <a:extLst>
              <a:ext uri="{FF2B5EF4-FFF2-40B4-BE49-F238E27FC236}">
                <a16:creationId xmlns:a16="http://schemas.microsoft.com/office/drawing/2014/main" id="{237337A9-4D69-2B31-719C-D860A4FC0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1">
            <a:extLst>
              <a:ext uri="{FF2B5EF4-FFF2-40B4-BE49-F238E27FC236}">
                <a16:creationId xmlns:a16="http://schemas.microsoft.com/office/drawing/2014/main" id="{3564AD40-4F48-EFF1-58BF-E308E5AC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01311CD-423F-4756-AE6D-A54433206F5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210CD640-8CB9-AA4B-79F0-158BAB308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44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D28B07-7BD8-469A-2137-FD81B2CC9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033588"/>
            <a:ext cx="8999984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it-IT" altLang="pt-BR" sz="4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imprime_nome(nome):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it-IT" altLang="pt-BR" sz="4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print(f"Nome: {nome}")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it-IT" altLang="pt-BR" b="1" i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it-IT" altLang="pt-BR" sz="4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segunda_funcao()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 Resposta será:</a:t>
            </a:r>
            <a:r>
              <a:rPr lang="pt-BR" altLang="pt-BR" sz="4000" dirty="0"/>
              <a:t> </a:t>
            </a:r>
            <a:r>
              <a:rPr lang="en-US" altLang="pt-BR" sz="4000" dirty="0" err="1"/>
              <a:t>TypeError</a:t>
            </a:r>
            <a:r>
              <a:rPr lang="en-US" altLang="pt-BR" sz="4000" dirty="0"/>
              <a:t>: </a:t>
            </a:r>
            <a:r>
              <a:rPr lang="en-US" altLang="pt-BR" sz="4000" dirty="0" err="1"/>
              <a:t>segunda_funcao</a:t>
            </a:r>
            <a:r>
              <a:rPr lang="en-US" altLang="pt-BR" sz="4000" dirty="0"/>
              <a:t>() missing 1 required positional argument: '</a:t>
            </a:r>
            <a:r>
              <a:rPr lang="en-US" altLang="pt-BR" sz="4000" dirty="0" err="1"/>
              <a:t>nome</a:t>
            </a:r>
            <a:r>
              <a:rPr lang="en-US" altLang="pt-BR" sz="4000" dirty="0"/>
              <a:t>'</a:t>
            </a:r>
            <a:br>
              <a:rPr lang="pt-BR" altLang="pt-BR" sz="4000" dirty="0"/>
            </a:br>
            <a:endParaRPr lang="it-IT" altLang="pt-BR" sz="4000" b="1" i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9" name="Rectangle 1">
            <a:extLst>
              <a:ext uri="{FF2B5EF4-FFF2-40B4-BE49-F238E27FC236}">
                <a16:creationId xmlns:a16="http://schemas.microsoft.com/office/drawing/2014/main" id="{B01CFF74-8F1E-2630-304E-4808965B2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3" name="Texto Explicativo Retangular com Cantos Arredondados 2">
            <a:extLst>
              <a:ext uri="{FF2B5EF4-FFF2-40B4-BE49-F238E27FC236}">
                <a16:creationId xmlns:a16="http://schemas.microsoft.com/office/drawing/2014/main" id="{5830CBF2-4BB3-DADF-6AA7-EB056D913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429000"/>
            <a:ext cx="2520950" cy="1512888"/>
          </a:xfrm>
          <a:prstGeom prst="wedgeRoundRectCallout">
            <a:avLst>
              <a:gd name="adj1" fmla="val -103579"/>
              <a:gd name="adj2" fmla="val 202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Passagem de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Parâmtro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Número de Slide 1">
            <a:extLst>
              <a:ext uri="{FF2B5EF4-FFF2-40B4-BE49-F238E27FC236}">
                <a16:creationId xmlns:a16="http://schemas.microsoft.com/office/drawing/2014/main" id="{FACFCBD2-89D5-843E-ED17-196824CE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A0E856-DE24-4F7B-9B5B-94BCAE34BBE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774947-787E-1CC0-02C2-48AF5B8EF862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Exemplo de Função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passagem de Parâmetros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(Valor Padrão)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Número de Slide 1">
            <a:extLst>
              <a:ext uri="{FF2B5EF4-FFF2-40B4-BE49-F238E27FC236}">
                <a16:creationId xmlns:a16="http://schemas.microsoft.com/office/drawing/2014/main" id="{F6ECE2F7-CA8A-10A2-7908-8367826A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9361FEE-0BFA-414A-83CE-F7EDDB7F035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CBDA1DFE-CAA2-4675-93B0-AD1C4AAA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Valores Padrão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349CA3F-CC88-6D59-A246-ED3351522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utilização dos valores padrão serve para dar um valor quando quem chamou a função não passar nenhum valor para os parâmetros definidos.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1">
            <a:extLst>
              <a:ext uri="{FF2B5EF4-FFF2-40B4-BE49-F238E27FC236}">
                <a16:creationId xmlns:a16="http://schemas.microsoft.com/office/drawing/2014/main" id="{FD36AB89-2625-6B74-9D24-78237E08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6621F43-6DA6-4E4E-A873-B722E752A0E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31747" name="Text Box 2">
            <a:extLst>
              <a:ext uri="{FF2B5EF4-FFF2-40B4-BE49-F238E27FC236}">
                <a16:creationId xmlns:a16="http://schemas.microsoft.com/office/drawing/2014/main" id="{D4038FD2-72E4-8408-6096-184D574D7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45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B664A9D-BBE2-0AE5-0340-6B69E68A7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terceira_funcao(flor=“Rosa”, cor=‘”Vermelha”):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print(f"A cor da {flor} é {cor}")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36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chamar a Função: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terceira_funcao()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36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  <a:r>
              <a:rPr lang="pt-BR" altLang="pt-BR"/>
              <a:t>A cor da Rosa é Vermelha</a:t>
            </a:r>
          </a:p>
        </p:txBody>
      </p:sp>
      <p:sp>
        <p:nvSpPr>
          <p:cNvPr id="31750" name="Seta para a Esquerda 1">
            <a:extLst>
              <a:ext uri="{FF2B5EF4-FFF2-40B4-BE49-F238E27FC236}">
                <a16:creationId xmlns:a16="http://schemas.microsoft.com/office/drawing/2014/main" id="{E0FAAA04-65C0-9FCD-6980-0E96C5D1F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97425"/>
            <a:ext cx="1296988" cy="647700"/>
          </a:xfrm>
          <a:prstGeom prst="leftArrow">
            <a:avLst>
              <a:gd name="adj1" fmla="val 50000"/>
              <a:gd name="adj2" fmla="val 50061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1">
            <a:extLst>
              <a:ext uri="{FF2B5EF4-FFF2-40B4-BE49-F238E27FC236}">
                <a16:creationId xmlns:a16="http://schemas.microsoft.com/office/drawing/2014/main" id="{9EBF219F-D0AA-B303-C854-F753F02E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BA1CE3D-0C49-427F-B288-04A81364F60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AB277E29-35BD-01F1-01E5-37FCF3EC2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45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8FC4E61-702C-4630-D205-85F303A87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chamar a Função: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terceira_funcao</a:t>
            </a:r>
            <a:r>
              <a:rPr lang="pt-BR" altLang="pt-BR" sz="36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</a:t>
            </a:r>
            <a:r>
              <a:rPr lang="pt-BR" altLang="pt-BR" sz="36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Orquidea</a:t>
            </a:r>
            <a:r>
              <a:rPr lang="pt-BR" altLang="pt-BR" sz="36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”, “Azul”)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3600" b="1" i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  <a:r>
              <a:rPr lang="pt-BR" altLang="pt-BR" dirty="0"/>
              <a:t>A cor da Orquídea é Azul</a:t>
            </a:r>
            <a:endParaRPr lang="pt-BR" altLang="pt-BR" sz="3600" b="1" i="1" dirty="0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8" name="Seta para a Esquerda 1">
            <a:extLst>
              <a:ext uri="{FF2B5EF4-FFF2-40B4-BE49-F238E27FC236}">
                <a16:creationId xmlns:a16="http://schemas.microsoft.com/office/drawing/2014/main" id="{EBF61F89-62E2-BECD-5614-F16DF0D17EC2}"/>
              </a:ext>
            </a:extLst>
          </p:cNvPr>
          <p:cNvSpPr>
            <a:spLocks noChangeArrowheads="1"/>
          </p:cNvSpPr>
          <p:nvPr/>
        </p:nvSpPr>
        <p:spPr bwMode="auto">
          <a:xfrm rot="-1828192">
            <a:off x="5597525" y="1765300"/>
            <a:ext cx="1606550" cy="792163"/>
          </a:xfrm>
          <a:prstGeom prst="leftArrow">
            <a:avLst>
              <a:gd name="adj1" fmla="val 50000"/>
              <a:gd name="adj2" fmla="val 49997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Número de Slide 1">
            <a:extLst>
              <a:ext uri="{FF2B5EF4-FFF2-40B4-BE49-F238E27FC236}">
                <a16:creationId xmlns:a16="http://schemas.microsoft.com/office/drawing/2014/main" id="{479943FF-D430-422A-C4C3-DFDBFC46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8DD7E2-99D1-440B-BC90-73751168E9A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6011DB-2877-C676-F123-5FEABFCDFA13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Função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retorno de valor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Número de Slide 1">
            <a:extLst>
              <a:ext uri="{FF2B5EF4-FFF2-40B4-BE49-F238E27FC236}">
                <a16:creationId xmlns:a16="http://schemas.microsoft.com/office/drawing/2014/main" id="{C41D7AB6-0640-7C27-A283-BB1FACB1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E727E45-FD65-4921-A1E2-0C40319FE83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847F83D2-B408-6CEE-780B-357C1BDAF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 com Retorno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012AB15-B075-86FA-5B6B-4F803D6A5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Muitas vezes necessita-se de uma função que processe alguma(s) informação(ões) e retorne o(s) dado(s) processado(s).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Assim,toda função pode, por definição, retornar valores.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Número de Slide 1">
            <a:extLst>
              <a:ext uri="{FF2B5EF4-FFF2-40B4-BE49-F238E27FC236}">
                <a16:creationId xmlns:a16="http://schemas.microsoft.com/office/drawing/2014/main" id="{6B5E8F70-37D7-2DD2-19C5-6B82F1A7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2170EB1-A7B5-4C82-881E-A3827817DD0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5A242A8B-1A14-A0F2-3595-D22D127C7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 com Retorno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535D37F-98E0-D7A3-DE9D-B05C41526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Como estudado, uma função é um bloco de código que possui um nome, pode ser invocado, pode receber argumentos e pode retornar valores (comando return.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Número de Slide 1">
            <a:extLst>
              <a:ext uri="{FF2B5EF4-FFF2-40B4-BE49-F238E27FC236}">
                <a16:creationId xmlns:a16="http://schemas.microsoft.com/office/drawing/2014/main" id="{BB64D635-7BC6-20C7-4835-D1CA6A6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DBD25-A9E4-4DB8-98EC-7641EC00261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EB14D979-7263-C3C2-3911-971E8F775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Exemplo 46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3E643DF-47E3-3CBE-39C2-DE44175BB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def soma(vaçpr1, valor2):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return valor1 + valor2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valor1_texto = input("Digite o Valo 1: 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valor1 = int(valor1_texto)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valor2_texto = input("Digite o Valo 1: ")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valor2 = int(valor2_texto)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num = soma(valor1, valor2)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 num 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Número de Slide 1">
            <a:extLst>
              <a:ext uri="{FF2B5EF4-FFF2-40B4-BE49-F238E27FC236}">
                <a16:creationId xmlns:a16="http://schemas.microsoft.com/office/drawing/2014/main" id="{B3DAD273-03D8-B108-DEE8-54A6BB1B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584C1D7-69DB-466D-9D0D-07D7D8E6A11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C3DCD830-4810-3D77-0285-940F2F0E5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Exemplo 46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DE0CC2D-E69A-6246-C937-F829C16E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335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Digite o Valo 1: 17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Digite o Valo 1: 13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Número de Slide 1">
            <a:extLst>
              <a:ext uri="{FF2B5EF4-FFF2-40B4-BE49-F238E27FC236}">
                <a16:creationId xmlns:a16="http://schemas.microsoft.com/office/drawing/2014/main" id="{ACF9D50F-1F72-2335-1500-8D7F3C0F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474D558-AACC-415B-9D0A-F053E2B05CD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CB6FDC85-1924-CEDA-5A6F-4B29A3C5A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47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B168A3C-CCEC-221B-A613-4ED5B1C3A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montagem(cpu="", armazenamento=0, memoria=0):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print(f'A configuração é: \n\t- CPU: {cpu}\n\t- Armazenamento: {armazenamento}\n\t- Memória: {memoria}Gb')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Número de Slide 1">
            <a:extLst>
              <a:ext uri="{FF2B5EF4-FFF2-40B4-BE49-F238E27FC236}">
                <a16:creationId xmlns:a16="http://schemas.microsoft.com/office/drawing/2014/main" id="{B68EF5D6-BFD5-4492-5ACC-251715FD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87823B8-7F1A-4B1E-890D-407A6DB05E5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51203" name="Text Box 2">
            <a:extLst>
              <a:ext uri="{FF2B5EF4-FFF2-40B4-BE49-F238E27FC236}">
                <a16:creationId xmlns:a16="http://schemas.microsoft.com/office/drawing/2014/main" id="{10282A36-57A1-964C-EC84-988F0D5CE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47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C7BB8E1-F2B7-379B-1B09-5489D0D2E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montagem('Intel Core i9', 4, 64)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36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Resposta será: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/>
              <a:t>      A configuração é: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/>
              <a:t>            - CPU: Intel Core i9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/>
              <a:t>            - Armazenamento: 4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/>
              <a:t>            - Memória: 64Gb</a:t>
            </a:r>
            <a:endParaRPr lang="pt-BR" altLang="pt-BR" sz="36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Número de Slide 1">
            <a:extLst>
              <a:ext uri="{FF2B5EF4-FFF2-40B4-BE49-F238E27FC236}">
                <a16:creationId xmlns:a16="http://schemas.microsoft.com/office/drawing/2014/main" id="{D6EA8041-185F-8BA8-3B2F-A6509A1C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79B373A-1CA6-4461-ABA4-CA7738EC2F1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C398CF52-BB61-698C-E56B-3157E3206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48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7F25A4F5-2748-6E26-B07C-D8787EA6B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60575"/>
            <a:ext cx="91440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aluno(nome, nota1, nota2):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media = (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(nota1) +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(nota2)) / 2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situacao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""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media &gt;= 7.0: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situacao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nome, " Aprovado"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situacao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nome, " Em exame e precisa de: ",      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(10.0 - media)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print(</a:t>
            </a:r>
            <a:r>
              <a:rPr lang="pt-BR" altLang="pt-BR" sz="3000" b="1" i="1" dirty="0" err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situacao</a:t>
            </a:r>
            <a:r>
              <a:rPr lang="pt-BR" altLang="pt-BR" sz="3000" b="1" i="1" dirty="0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Número de Slide 1">
            <a:extLst>
              <a:ext uri="{FF2B5EF4-FFF2-40B4-BE49-F238E27FC236}">
                <a16:creationId xmlns:a16="http://schemas.microsoft.com/office/drawing/2014/main" id="{392E7526-2D94-6C6A-D105-97D4128F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4CDBBC1-5B70-43F7-98FA-FC691E66DF0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EE9F9685-CB1E-45AE-6107-B5E3E4D70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48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683CF39-4AFB-5B32-9790-7429BA5C4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Executando com: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aluno("Epaminondas", 5.0, 4.0)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pt-BR" altLang="pt-BR" sz="40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000" b="1" i="1">
                <a:solidFill>
                  <a:srgbClr val="3E4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  <a:r>
              <a:rPr lang="pt-BR" altLang="pt-BR"/>
              <a:t>('Epaminondas', ' Em exame e precisa de: ', 5.5)</a:t>
            </a:r>
            <a:endParaRPr lang="pt-BR" altLang="pt-BR" sz="4000" b="1" i="1">
              <a:solidFill>
                <a:srgbClr val="3E46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Número de Slide 1">
            <a:extLst>
              <a:ext uri="{FF2B5EF4-FFF2-40B4-BE49-F238E27FC236}">
                <a16:creationId xmlns:a16="http://schemas.microsoft.com/office/drawing/2014/main" id="{B33614B5-8788-AFC3-C9C8-E7B2F08B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532092E-F26C-445C-AC10-E350BFBCD11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737A53-A6F0-4FA7-0834-06D100CAE4BF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57349" name="Text Box 2">
            <a:extLst>
              <a:ext uri="{FF2B5EF4-FFF2-40B4-BE49-F238E27FC236}">
                <a16:creationId xmlns:a16="http://schemas.microsoft.com/office/drawing/2014/main" id="{3F061E32-F826-9B8D-D3F8-DF6B3F62F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Funções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Número de Slide 1">
            <a:extLst>
              <a:ext uri="{FF2B5EF4-FFF2-40B4-BE49-F238E27FC236}">
                <a16:creationId xmlns:a16="http://schemas.microsoft.com/office/drawing/2014/main" id="{2ED077F0-3CBD-5A39-E69F-E65A5FEE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A1D2B834-1DD1-4061-9180-CFA4ED37022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59396" name="Text Box 2">
            <a:extLst>
              <a:ext uri="{FF2B5EF4-FFF2-40B4-BE49-F238E27FC236}">
                <a16:creationId xmlns:a16="http://schemas.microsoft.com/office/drawing/2014/main" id="{157823EA-26CD-2693-3611-2A98304BB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35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8E7EBF80-5738-E8F0-F298-6B8F43A9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9138"/>
            <a:ext cx="910748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tenha uma função que necessite de três argumentos, e que retorne a soma desses três argumentos.</a:t>
            </a:r>
            <a:endParaRPr lang="pt-BR" alt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Número de Slide 1">
            <a:extLst>
              <a:ext uri="{FF2B5EF4-FFF2-40B4-BE49-F238E27FC236}">
                <a16:creationId xmlns:a16="http://schemas.microsoft.com/office/drawing/2014/main" id="{133B9C20-8BBC-D553-CDF6-AF5135F7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9484602-1F55-434C-A990-DB59FA5C066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61443" name="Rectangle 1">
            <a:extLst>
              <a:ext uri="{FF2B5EF4-FFF2-40B4-BE49-F238E27FC236}">
                <a16:creationId xmlns:a16="http://schemas.microsoft.com/office/drawing/2014/main" id="{985C47CD-DA01-F2A1-F8A8-AC0836DC5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61444" name="Text Box 2">
            <a:extLst>
              <a:ext uri="{FF2B5EF4-FFF2-40B4-BE49-F238E27FC236}">
                <a16:creationId xmlns:a16="http://schemas.microsoft.com/office/drawing/2014/main" id="{32C6E89D-7839-924E-CBF9-194B8D682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36</a:t>
            </a:r>
          </a:p>
        </p:txBody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F3BE33DA-30D9-7F5D-C058-D8E41AB0E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9138"/>
            <a:ext cx="910748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tenha uma função que necessite de um argumento inteiro.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 função retorna o valor de caractere ‘P’, se seu argumento for positivo, e ‘N’, se seu argumento for zero ou negativo.</a:t>
            </a:r>
            <a:endParaRPr lang="pt-BR" alt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">
            <a:extLst>
              <a:ext uri="{FF2B5EF4-FFF2-40B4-BE49-F238E27FC236}">
                <a16:creationId xmlns:a16="http://schemas.microsoft.com/office/drawing/2014/main" id="{9143FCB7-CF97-30AD-281D-5595C6FF4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63491" name="Text Box 2">
            <a:extLst>
              <a:ext uri="{FF2B5EF4-FFF2-40B4-BE49-F238E27FC236}">
                <a16:creationId xmlns:a16="http://schemas.microsoft.com/office/drawing/2014/main" id="{5BACE8ED-17B0-0E07-763F-2148377F1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36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6C2637B-5CBF-EF27-1415-032E181A2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9138"/>
            <a:ext cx="910748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 programa deve pedir para o usuário digitar os valores, até ser digitado o zero.</a:t>
            </a:r>
            <a:endParaRPr lang="pt-BR" alt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>
            <a:extLst>
              <a:ext uri="{FF2B5EF4-FFF2-40B4-BE49-F238E27FC236}">
                <a16:creationId xmlns:a16="http://schemas.microsoft.com/office/drawing/2014/main" id="{99465EEF-9446-36F5-A939-2DE4EF77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CF9E50CD-E3A8-5F4E-0E9B-3211F984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37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DCC6AB5-E80B-8952-9456-77DA47C84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9138"/>
            <a:ext cx="9107488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tenha uma função chamada </a:t>
            </a:r>
            <a:r>
              <a:rPr lang="pt-BR" altLang="pt-B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somaImposto</a:t>
            </a: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A função possui dois parâmetros:  </a:t>
            </a:r>
            <a:r>
              <a:rPr lang="pt-BR" altLang="pt-B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taxaImposto</a:t>
            </a: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, que é a quantia de imposto sobre vendas expressa em porcentagem e custo, que é o custo de um item antes do imposto. </a:t>
            </a:r>
            <a:endParaRPr lang="pt-BR" alt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>
            <a:extLst>
              <a:ext uri="{FF2B5EF4-FFF2-40B4-BE49-F238E27FC236}">
                <a16:creationId xmlns:a16="http://schemas.microsoft.com/office/drawing/2014/main" id="{15F44F57-DDE0-BCE2-D67F-2F3A812AC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714E5885-281D-28AF-6647-13E2CA4C5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37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D45B665E-ABBE-F4F2-E2DA-8B874C1EC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A função “altera” o valor de custo para incluir o imposto sobre vendas.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O programa deve pedir ao usuário que digite a taxa e o custo, até ser digitado “Fim como taxa.</a:t>
            </a:r>
            <a:endParaRPr lang="pt-BR" alt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Número de Slide 1">
            <a:extLst>
              <a:ext uri="{FF2B5EF4-FFF2-40B4-BE49-F238E27FC236}">
                <a16:creationId xmlns:a16="http://schemas.microsoft.com/office/drawing/2014/main" id="{EFE19FBA-B01D-C70C-45F1-8B8F2E3F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4CCB06B-A1A7-47B7-A97A-EF554EE070D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sp>
        <p:nvSpPr>
          <p:cNvPr id="69635" name="Rectangle 1">
            <a:extLst>
              <a:ext uri="{FF2B5EF4-FFF2-40B4-BE49-F238E27FC236}">
                <a16:creationId xmlns:a16="http://schemas.microsoft.com/office/drawing/2014/main" id="{98DBBB63-0EEA-3D30-0121-FF877AB47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900" b="1">
                <a:solidFill>
                  <a:srgbClr val="000000"/>
                </a:solidFill>
                <a:latin typeface="Menlo"/>
              </a:rPr>
              <a:t>def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 </a:t>
            </a:r>
            <a:r>
              <a:rPr lang="pt-BR" altLang="pt-BR" sz="900" b="1">
                <a:solidFill>
                  <a:srgbClr val="990000"/>
                </a:solidFill>
                <a:latin typeface="Menlo"/>
              </a:rPr>
              <a:t>funcao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(): </a:t>
            </a:r>
            <a:r>
              <a:rPr lang="pt-BR" altLang="pt-BR" sz="900" b="1">
                <a:solidFill>
                  <a:srgbClr val="000000"/>
                </a:solidFill>
                <a:latin typeface="Menlo"/>
              </a:rPr>
              <a:t>print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(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"Bloco de c</a:t>
            </a:r>
            <a:r>
              <a:rPr lang="pt-BR" altLang="pt-BR" sz="900">
                <a:solidFill>
                  <a:srgbClr val="DD1144"/>
                </a:solidFill>
              </a:rPr>
              <a:t>ó</a:t>
            </a:r>
            <a:r>
              <a:rPr lang="pt-BR" altLang="pt-BR" sz="900">
                <a:solidFill>
                  <a:srgbClr val="DD1144"/>
                </a:solidFill>
                <a:latin typeface="Menlo"/>
              </a:rPr>
              <a:t>digo"</a:t>
            </a:r>
            <a:r>
              <a:rPr lang="pt-BR" altLang="pt-BR" sz="900">
                <a:solidFill>
                  <a:srgbClr val="333333"/>
                </a:solidFill>
                <a:latin typeface="Menlo"/>
              </a:rPr>
              <a:t>) </a:t>
            </a:r>
            <a:br>
              <a:rPr lang="pt-BR" altLang="pt-BR" sz="800"/>
            </a:br>
            <a:endParaRPr lang="pt-BR" altLang="pt-BR" sz="2400"/>
          </a:p>
        </p:txBody>
      </p:sp>
      <p:sp>
        <p:nvSpPr>
          <p:cNvPr id="69636" name="Text Box 2">
            <a:extLst>
              <a:ext uri="{FF2B5EF4-FFF2-40B4-BE49-F238E27FC236}">
                <a16:creationId xmlns:a16="http://schemas.microsoft.com/office/drawing/2014/main" id="{D68EC8AB-528B-05CF-36FA-8D1A8B821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38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9DDBB8A9-37DA-0DCE-C30E-B8BEE684E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208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mostre uma data com o mês por extenso.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Construa uma função que receba uma data no formato: DD/MM/AAAA  e retorne uma string no formato: 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 i="1">
                <a:latin typeface="Arial" panose="020B0604020202020204" pitchFamily="34" charset="0"/>
                <a:cs typeface="Arial" panose="020B0604020202020204" pitchFamily="34" charset="0"/>
              </a:rPr>
              <a:t>DD de mesPorExtenso de AAAA</a:t>
            </a: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Número de Slide 1">
            <a:extLst>
              <a:ext uri="{FF2B5EF4-FFF2-40B4-BE49-F238E27FC236}">
                <a16:creationId xmlns:a16="http://schemas.microsoft.com/office/drawing/2014/main" id="{19AF1D37-B4A4-A0D0-01B3-DA539A8F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BFBF84B-791D-4274-8BE7-7641DC7618A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  <p:sp>
        <p:nvSpPr>
          <p:cNvPr id="71684" name="Text Box 2">
            <a:extLst>
              <a:ext uri="{FF2B5EF4-FFF2-40B4-BE49-F238E27FC236}">
                <a16:creationId xmlns:a16="http://schemas.microsoft.com/office/drawing/2014/main" id="{ECA2FB49-CA3D-AD3B-9876-D083EFF71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 dirty="0">
                <a:latin typeface="Arial" panose="020B0604020202020204" pitchFamily="34" charset="0"/>
              </a:rPr>
              <a:t>LINGUAGEM DE </a:t>
            </a:r>
            <a:r>
              <a:rPr lang="pt-BR" altLang="pt-BR" sz="4400" b="1" dirty="0" err="1">
                <a:latin typeface="Arial" panose="020B0604020202020204" pitchFamily="34" charset="0"/>
              </a:rPr>
              <a:t>PROG</a:t>
            </a:r>
            <a:r>
              <a:rPr lang="pt-BR" altLang="pt-BR" sz="4400" b="1" dirty="0">
                <a:latin typeface="Arial" panose="020B0604020202020204" pitchFamily="34" charset="0"/>
              </a:rPr>
              <a:t>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 dirty="0">
                <a:latin typeface="Arial" panose="020B0604020202020204" pitchFamily="34" charset="0"/>
              </a:rPr>
              <a:t>Exercício 38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9F241B5C-9F4A-FF35-99FC-35D1F878D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2088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720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O programa deve solicitar a digitação de datas que serão passadas para a função e mostradas com o mês por extenso, até ser digitado uma data 00/00/0000.</a:t>
            </a: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1E7A97EB-91B0-7A73-BD3F-C78F4BC7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</a:rPr>
              <a:t>LINGUAGEM DE PROGRAMAÇÃO OO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>
              <a:latin typeface="Arial" panose="020B0604020202020204" pitchFamily="34" charset="0"/>
            </a:endParaRPr>
          </a:p>
        </p:txBody>
      </p:sp>
      <p:sp>
        <p:nvSpPr>
          <p:cNvPr id="73731" name="Espaço Reservado para Número de Slide 1">
            <a:extLst>
              <a:ext uri="{FF2B5EF4-FFF2-40B4-BE49-F238E27FC236}">
                <a16:creationId xmlns:a16="http://schemas.microsoft.com/office/drawing/2014/main" id="{4AAE5518-09AC-22B6-D84D-462559CF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2C2A69-635C-40E1-978D-5193679AE99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pt-BR" altLang="pt-BR" sz="1400"/>
          </a:p>
        </p:txBody>
      </p:sp>
      <p:graphicFrame>
        <p:nvGraphicFramePr>
          <p:cNvPr id="73732" name="Objeto 1">
            <a:extLst>
              <a:ext uri="{FF2B5EF4-FFF2-40B4-BE49-F238E27FC236}">
                <a16:creationId xmlns:a16="http://schemas.microsoft.com/office/drawing/2014/main" id="{84044ED3-48A1-71A1-CA8B-6221198D9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060575"/>
          <a:ext cx="5184775" cy="396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de Bitmap" r:id="rId2" imgW="0" imgH="0" progId="Paint.Picture">
                  <p:embed/>
                </p:oleObj>
              </mc:Choice>
              <mc:Fallback>
                <p:oleObj name="Imagem de Bitmap" r:id="rId2" imgW="0" imgH="0" progId="Paint.Picture">
                  <p:embed/>
                  <p:pic>
                    <p:nvPicPr>
                      <p:cNvPr id="0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5184775" cy="396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7A4CDE-7620-43F1-98FE-4933600A75E7}"/>
</file>

<file path=customXml/itemProps2.xml><?xml version="1.0" encoding="utf-8"?>
<ds:datastoreItem xmlns:ds="http://schemas.openxmlformats.org/officeDocument/2006/customXml" ds:itemID="{5D788711-3CD5-4418-AD5B-18BEA543886F}"/>
</file>

<file path=customXml/itemProps3.xml><?xml version="1.0" encoding="utf-8"?>
<ds:datastoreItem xmlns:ds="http://schemas.openxmlformats.org/officeDocument/2006/customXml" ds:itemID="{CFBDFA0F-522C-406D-B604-D7A5566FD6A4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5323</TotalTime>
  <Words>1354</Words>
  <Application>Microsoft Office PowerPoint</Application>
  <PresentationFormat>Apresentação na tela (4:3)</PresentationFormat>
  <Paragraphs>393</Paragraphs>
  <Slides>37</Slides>
  <Notes>28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5" baseType="lpstr">
      <vt:lpstr>Arial</vt:lpstr>
      <vt:lpstr>Arial Black</vt:lpstr>
      <vt:lpstr>Calibri</vt:lpstr>
      <vt:lpstr>Menlo</vt:lpstr>
      <vt:lpstr>Tahoma</vt:lpstr>
      <vt:lpstr>Wingdings</vt:lpstr>
      <vt:lpstr>Geometrico</vt:lpstr>
      <vt:lpstr>Imagem de Bitmap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 Inform[atica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Antonio Rodrigues da Silva</dc:creator>
  <cp:lastModifiedBy>MARCOS JR</cp:lastModifiedBy>
  <cp:revision>435</cp:revision>
  <dcterms:created xsi:type="dcterms:W3CDTF">2003-02-25T17:31:44Z</dcterms:created>
  <dcterms:modified xsi:type="dcterms:W3CDTF">2024-09-30T11:22:17Z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